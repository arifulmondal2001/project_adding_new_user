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61" r:id="rId4"/>
    <p:sldId id="256" r:id="rId5"/>
    <p:sldId id="260" r:id="rId6"/>
    <p:sldId id="259" r:id="rId7"/>
    <p:sldId id="258" r:id="rId8"/>
    <p:sldId id="257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622935"/>
          </a:xfrm>
        </p:spPr>
        <p:txBody>
          <a:bodyPr/>
          <a:p>
            <a:r>
              <a:rPr lang="en-US" altLang="en-US" sz="2000"/>
              <a:t>Active Directory User Management: Provisioning and Validation</a:t>
            </a:r>
            <a:endParaRPr lang="en-US" alt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154930"/>
            <a:ext cx="10972800" cy="1489075"/>
          </a:xfrm>
        </p:spPr>
        <p:txBody>
          <a:bodyPr/>
          <a:p>
            <a:r>
              <a:rPr lang="en-US" altLang="en-US" sz="1600"/>
              <a:t>Standard Operating Procedure for the lab.local Domain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Objective: To demonstrate the end-to-end process of creating a new domain user and verifying network authentication.</a:t>
            </a:r>
            <a:endParaRPr lang="en-US" altLang="en-US" sz="1600"/>
          </a:p>
        </p:txBody>
      </p:sp>
      <p:pic>
        <p:nvPicPr>
          <p:cNvPr id="4" name="Picture 3" descr="Gemini_Generated_Image_bpen0ubpen0ubp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9050" y="1334135"/>
            <a:ext cx="45339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2910"/>
            <a:ext cx="10515600" cy="727075"/>
          </a:xfrm>
        </p:spPr>
        <p:txBody>
          <a:bodyPr>
            <a:noAutofit/>
          </a:bodyPr>
          <a:p>
            <a:pPr algn="ctr"/>
            <a:r>
              <a:rPr lang="en-US" altLang="en-US" sz="2000" b="1"/>
              <a:t>Accessing the Windows Server 2019 Dashboard via Server Manager</a:t>
            </a:r>
            <a:endParaRPr lang="en-US" altLang="en-US" sz="2000" b="1"/>
          </a:p>
        </p:txBody>
      </p:sp>
      <p:pic>
        <p:nvPicPr>
          <p:cNvPr id="4" name="Picture 3" descr="Open_the_service_manag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605" y="1092200"/>
            <a:ext cx="8108315" cy="43370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5760" y="5826125"/>
            <a:ext cx="9677400" cy="904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en-US"/>
              <a:t>Launch Server Manager and navigate to the Tools menu.</a:t>
            </a:r>
            <a:endParaRPr lang="en-US" altLang="en-US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en-US"/>
              <a:t>Active Directory Users and Computers to manage domain objects.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8870" y="4855845"/>
            <a:ext cx="9144000" cy="62420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Expand the lab.local domain and select the Users container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/>
          </a:p>
        </p:txBody>
      </p:sp>
      <p:pic>
        <p:nvPicPr>
          <p:cNvPr id="5" name="Picture 4" descr="open manage user and comput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0"/>
            <a:ext cx="8314690" cy="4417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1009650" y="4707890"/>
            <a:ext cx="10344150" cy="1445895"/>
          </a:xfrm>
        </p:spPr>
        <p:txBody>
          <a:bodyPr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altLang="en-US" sz="2000">
                <a:sym typeface="+mn-ea"/>
              </a:rPr>
              <a:t>Right-click the container, select New, and then choose User</a:t>
            </a:r>
            <a:r>
              <a:rPr lang="en-IN" altLang="en-US" sz="2000">
                <a:sym typeface="+mn-ea"/>
              </a:rPr>
              <a:t>.</a:t>
            </a:r>
            <a:br>
              <a:rPr lang="en-IN" altLang="en-US" sz="2000">
                <a:sym typeface="+mn-ea"/>
              </a:rPr>
            </a:br>
            <a:endParaRPr lang="en-IN" altLang="en-US" sz="2000"/>
          </a:p>
        </p:txBody>
      </p:sp>
      <p:pic>
        <p:nvPicPr>
          <p:cNvPr id="7" name="Content Placeholder 6" descr="open user and new user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88160" y="79375"/>
            <a:ext cx="7612380" cy="4044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filling the detail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7140" y="128905"/>
            <a:ext cx="9105900" cy="49396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1118870" y="5373370"/>
            <a:ext cx="9144000" cy="624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Define the Full Name as "demo account" and set the User Logon Name</a:t>
            </a:r>
            <a:endParaRPr lang="en-IN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adding initial password for the new user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8095" y="175895"/>
            <a:ext cx="9472930" cy="504634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1118870" y="5411470"/>
            <a:ext cx="9144000" cy="6242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Assign an initial secure password for the account.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Multiple options are available, such as "User must change password at next logon," to maintain security standards.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we can see the accoun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8215" y="167005"/>
            <a:ext cx="9956165" cy="4949190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1118870" y="5480050"/>
            <a:ext cx="9144000" cy="624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Finalize the wizard to successfully create the account object in the directory.</a:t>
            </a:r>
            <a:endParaRPr lang="en-US" altLang="en-US" sz="1800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6191250" y="2451100"/>
            <a:ext cx="2164715" cy="476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logg into the mach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" y="182880"/>
            <a:ext cx="10889615" cy="5711190"/>
          </a:xfrm>
          <a:prstGeom prst="rect">
            <a:avLst/>
          </a:prstGeom>
        </p:spPr>
      </p:pic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6033770"/>
            <a:ext cx="9144000" cy="62420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Log in to a domain-joined workstation ( WIN02) using the demoacc credentials.</a:t>
            </a: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our user activ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10" y="190500"/>
            <a:ext cx="10824210" cy="4924425"/>
          </a:xfrm>
          <a:prstGeom prst="rect">
            <a:avLst/>
          </a:prstGeom>
        </p:spPr>
      </p:pic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42415" y="5756275"/>
            <a:ext cx="9144000" cy="62420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800"/>
              <a:t>V</a:t>
            </a:r>
            <a:r>
              <a:rPr lang="en-US" altLang="en-US" sz="1800"/>
              <a:t>erify the machine’s membership in the lab.local domain to ensure proper resource access.</a:t>
            </a:r>
            <a:endParaRPr lang="en-US" altLang="en-US" sz="180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6047105" y="4050665"/>
            <a:ext cx="1572260" cy="2025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verify the user is part of our dom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385" y="94615"/>
            <a:ext cx="10245090" cy="5580380"/>
          </a:xfrm>
          <a:prstGeom prst="rect">
            <a:avLst/>
          </a:prstGeom>
        </p:spPr>
      </p:pic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5937885"/>
            <a:ext cx="9144000" cy="624205"/>
          </a:xfrm>
        </p:spPr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 sz="1800"/>
              <a:t>Our user is part of out Domain local.lab</a:t>
            </a:r>
            <a:endParaRPr lang="en-IN" altLang="en-US" sz="180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150485" y="3054350"/>
            <a:ext cx="2831465" cy="704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IN" altLang="en-US"/>
              <a:t>                                                      Thank You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WPS Presentation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Default Design</vt:lpstr>
      <vt:lpstr>Active Directory User Management: Provisioning and Validation</vt:lpstr>
      <vt:lpstr>Accessing the Windows Server 2019 Dashboard via Server Manager</vt:lpstr>
      <vt:lpstr>PowerPoint 演示文稿</vt:lpstr>
      <vt:lpstr>Right-click the container, select New, and then choose User.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arifu</dc:creator>
  <cp:lastModifiedBy>Ariful Mondal</cp:lastModifiedBy>
  <cp:revision>5</cp:revision>
  <dcterms:created xsi:type="dcterms:W3CDTF">2025-07-23T00:59:00Z</dcterms:created>
  <dcterms:modified xsi:type="dcterms:W3CDTF">2026-02-04T17:43:54Z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0C65E92921F34A7A9A52E87C81CB7A55_11</vt:lpwstr>
  </property>
  <property fmtid="{D5CDD505-2E9C-101B-9397-08002B2CF9AE}" pid="3" name="KSOProductBuildVer">
    <vt:lpwstr>1033-12.2.0.23196</vt:lpwstr>
  </property>
</Properties>
</file>